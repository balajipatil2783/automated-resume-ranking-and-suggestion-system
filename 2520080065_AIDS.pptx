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9" r:id="rId9"/>
    <p:sldId id="344" r:id="rId10"/>
    <p:sldId id="355" r:id="rId11"/>
    <p:sldId id="356" r:id="rId12"/>
    <p:sldId id="340" r:id="rId13"/>
    <p:sldId id="353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1B9E67-3766-42B8-8CD7-3F7D10EE1BCD}" v="39" dt="2026-03-09T09:25:40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77" d="100"/>
          <a:sy n="77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 : Automated Resume Ranking and Suggestion System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Balaji Patil</a:t>
            </a:r>
          </a:p>
          <a:p>
            <a:pPr marL="0" indent="0" algn="ctr">
              <a:buNone/>
            </a:pPr>
            <a:r>
              <a:rPr lang="en-US" sz="9600" dirty="0"/>
              <a:t>Student ID: 2520080065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11200" dirty="0"/>
              <a:t>Cluster : 1</a:t>
            </a:r>
          </a:p>
          <a:p>
            <a:pPr marL="0" indent="0" algn="ctr">
              <a:buNone/>
            </a:pPr>
            <a:r>
              <a:rPr lang="en-US" sz="11200" dirty="0"/>
              <a:t>Section: 3</a:t>
            </a: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Deepika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AI Resume Analyzer</a:t>
            </a:r>
            <a:r>
              <a:rPr lang="en-US" sz="2400" dirty="0"/>
              <a:t> is a web-based application designed to evaluate and improve resumes using intelligent analysis.</a:t>
            </a:r>
          </a:p>
          <a:p>
            <a:r>
              <a:rPr lang="en-US" sz="2400" dirty="0"/>
              <a:t>Provides a </a:t>
            </a:r>
            <a:r>
              <a:rPr lang="en-US" sz="2400" b="1" dirty="0"/>
              <a:t>secure login system</a:t>
            </a:r>
            <a:r>
              <a:rPr lang="en-US" sz="2400" dirty="0"/>
              <a:t> with username/password authentication and Google login support for easy access.</a:t>
            </a:r>
          </a:p>
          <a:p>
            <a:r>
              <a:rPr lang="en-US" sz="2400" dirty="0"/>
              <a:t>Allows users to </a:t>
            </a:r>
            <a:r>
              <a:rPr lang="en-US" sz="2400" b="1" dirty="0"/>
              <a:t>upload resumes in PDF or TXT format</a:t>
            </a:r>
            <a:r>
              <a:rPr lang="en-US" sz="2400" dirty="0"/>
              <a:t> for automated processing and evaluation.</a:t>
            </a:r>
          </a:p>
          <a:p>
            <a:r>
              <a:rPr lang="en-US" sz="2400" dirty="0"/>
              <a:t>Uses </a:t>
            </a:r>
            <a:r>
              <a:rPr lang="en-US" sz="2400" b="1" dirty="0"/>
              <a:t>AI-based text analysis</a:t>
            </a:r>
            <a:r>
              <a:rPr lang="en-US" sz="2400" dirty="0"/>
              <a:t> to calculate a resume score based on keywords, structure, and relevance.</a:t>
            </a:r>
          </a:p>
          <a:p>
            <a:r>
              <a:rPr lang="en-US" sz="2400" dirty="0"/>
              <a:t>Generates </a:t>
            </a:r>
            <a:r>
              <a:rPr lang="en-US" sz="2400" b="1" dirty="0"/>
              <a:t>personalized suggestions and improvements</a:t>
            </a:r>
            <a:r>
              <a:rPr lang="en-US" sz="2400" dirty="0"/>
              <a:t> to help users enhance their resumes for better job opportunities.</a:t>
            </a:r>
          </a:p>
          <a:p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traditional resume screening process is mostly </a:t>
            </a:r>
            <a:r>
              <a:rPr lang="en-US" sz="2400" b="1" dirty="0"/>
              <a:t>manual or recruiter-based</a:t>
            </a:r>
            <a:r>
              <a:rPr lang="en-US" sz="2400" dirty="0"/>
              <a:t>, where HR professionals review resumes individually.</a:t>
            </a:r>
          </a:p>
          <a:p>
            <a:r>
              <a:rPr lang="en-US" sz="2400" dirty="0"/>
              <a:t>Recruiters often </a:t>
            </a:r>
            <a:r>
              <a:rPr lang="en-US" sz="2400" b="1" dirty="0"/>
              <a:t>scan resumes quickly</a:t>
            </a:r>
            <a:r>
              <a:rPr lang="en-US" sz="2400" dirty="0"/>
              <a:t>, which may cause important skills or qualifications to be overlooked.</a:t>
            </a:r>
          </a:p>
          <a:p>
            <a:r>
              <a:rPr lang="en-US" sz="2400" dirty="0"/>
              <a:t>Resume evaluation is usually </a:t>
            </a:r>
            <a:r>
              <a:rPr lang="en-US" sz="2400" b="1" dirty="0"/>
              <a:t>time-consuming</a:t>
            </a:r>
            <a:r>
              <a:rPr lang="en-US" sz="2400" dirty="0"/>
              <a:t>, especially when a large number of applications are received.</a:t>
            </a:r>
          </a:p>
          <a:p>
            <a:r>
              <a:rPr lang="en-US" sz="2400" dirty="0"/>
              <a:t>There is </a:t>
            </a:r>
            <a:r>
              <a:rPr lang="en-US" sz="2400" b="1" dirty="0"/>
              <a:t>no automated scoring system</a:t>
            </a:r>
            <a:r>
              <a:rPr lang="en-US" sz="2400" dirty="0"/>
              <a:t> to measure how well a resume matches job requirements.</a:t>
            </a:r>
          </a:p>
          <a:p>
            <a:r>
              <a:rPr lang="en-US" sz="2400" dirty="0"/>
              <a:t>Many candidates submit resumes that are </a:t>
            </a:r>
            <a:r>
              <a:rPr lang="en-US" sz="2400" b="1" dirty="0"/>
              <a:t>not optimized for Applicant Tracking Systems (ATS)</a:t>
            </a:r>
            <a:r>
              <a:rPr lang="en-US" sz="2400" dirty="0"/>
              <a:t>, reducing their chances of being shortlisted.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proposed system is a </a:t>
            </a:r>
            <a:r>
              <a:rPr lang="en-US" sz="2400" b="1" dirty="0"/>
              <a:t>web-based AI Resume Analyzer</a:t>
            </a:r>
            <a:r>
              <a:rPr lang="en-US" sz="2400" dirty="0"/>
              <a:t> that automatically evaluates resumes and provides improvement suggestions.</a:t>
            </a:r>
          </a:p>
          <a:p>
            <a:r>
              <a:rPr lang="en-US" sz="2400" dirty="0"/>
              <a:t>It provides a </a:t>
            </a:r>
            <a:r>
              <a:rPr lang="en-US" sz="2400" b="1" dirty="0"/>
              <a:t>secure login system</a:t>
            </a:r>
            <a:r>
              <a:rPr lang="en-US" sz="2400" dirty="0"/>
              <a:t> with username/password authentication and Google login for easy access.</a:t>
            </a:r>
          </a:p>
          <a:p>
            <a:r>
              <a:rPr lang="en-US" sz="2400" dirty="0"/>
              <a:t>Users can </a:t>
            </a:r>
            <a:r>
              <a:rPr lang="en-US" sz="2400" b="1" dirty="0"/>
              <a:t>upload resumes in PDF or TXT format</a:t>
            </a:r>
            <a:r>
              <a:rPr lang="en-US" sz="2400" dirty="0"/>
              <a:t> for automated analysis.</a:t>
            </a:r>
          </a:p>
          <a:p>
            <a:r>
              <a:rPr lang="en-US" sz="2400" dirty="0"/>
              <a:t>The system uses </a:t>
            </a:r>
            <a:r>
              <a:rPr lang="en-US" sz="2400" b="1" dirty="0"/>
              <a:t>AI-based algorithms</a:t>
            </a:r>
            <a:r>
              <a:rPr lang="en-US" sz="2400" dirty="0"/>
              <a:t> to analyze resume content, keywords, skills, and formatting.</a:t>
            </a:r>
          </a:p>
          <a:p>
            <a:r>
              <a:rPr lang="en-US" sz="2400" dirty="0"/>
              <a:t>It generates a </a:t>
            </a:r>
            <a:r>
              <a:rPr lang="en-US" sz="2400" b="1" dirty="0"/>
              <a:t>resume score</a:t>
            </a:r>
            <a:r>
              <a:rPr lang="en-US" sz="2400" dirty="0"/>
              <a:t> based on relevance to industry standards and job requirements.</a:t>
            </a:r>
          </a:p>
          <a:p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31CDC7E-1B03-303A-A2FD-4BDF9BFE9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027" y="1136978"/>
            <a:ext cx="8376745" cy="5584497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95071D94-7053-740E-C325-A85022300E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Login / User Authentication Module</a:t>
            </a:r>
          </a:p>
          <a:p>
            <a:r>
              <a:rPr lang="en-US" dirty="0"/>
              <a:t>Provides access for </a:t>
            </a:r>
            <a:r>
              <a:rPr lang="en-US" b="1" dirty="0"/>
              <a:t>users to log in and access the system dashboard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Supports </a:t>
            </a:r>
            <a:r>
              <a:rPr lang="en-US" b="1" dirty="0"/>
              <a:t>username &amp; password authentication and Google login</a:t>
            </a:r>
            <a:r>
              <a:rPr lang="en-US" dirty="0"/>
              <a:t> for easy access.</a:t>
            </a:r>
          </a:p>
          <a:p>
            <a:r>
              <a:rPr lang="en-US" b="1" dirty="0"/>
              <a:t>Resume Upload Module</a:t>
            </a:r>
          </a:p>
          <a:p>
            <a:r>
              <a:rPr lang="en-US" dirty="0"/>
              <a:t>Allows users to </a:t>
            </a:r>
            <a:r>
              <a:rPr lang="en-US" b="1" dirty="0"/>
              <a:t>upload resumes in PDF or TXT format</a:t>
            </a:r>
            <a:r>
              <a:rPr lang="en-US" dirty="0"/>
              <a:t> for analysis.</a:t>
            </a:r>
            <a:br>
              <a:rPr lang="en-US" dirty="0"/>
            </a:br>
            <a:r>
              <a:rPr lang="en-US" dirty="0"/>
              <a:t>Performs </a:t>
            </a:r>
            <a:r>
              <a:rPr lang="en-US" b="1" dirty="0"/>
              <a:t>file validation and prepares the document for text extraction</a:t>
            </a:r>
            <a:r>
              <a:rPr lang="en-US" dirty="0"/>
              <a:t>.</a:t>
            </a:r>
          </a:p>
          <a:p>
            <a:r>
              <a:rPr lang="en-US" b="1" dirty="0"/>
              <a:t>Resume Analysis Module</a:t>
            </a:r>
          </a:p>
          <a:p>
            <a:r>
              <a:rPr lang="en-US" dirty="0"/>
              <a:t>Uses </a:t>
            </a:r>
            <a:r>
              <a:rPr lang="en-US" b="1" dirty="0"/>
              <a:t>AI-based text processing to analyze resume content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Identifies </a:t>
            </a:r>
            <a:r>
              <a:rPr lang="en-US" b="1" dirty="0"/>
              <a:t>skills, projects, experience, certifications, and academic details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9E97E-8433-A03B-F5A0-C35873F43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38" y="882870"/>
            <a:ext cx="10807262" cy="529409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Resume Scoring Module</a:t>
            </a:r>
          </a:p>
          <a:p>
            <a:r>
              <a:rPr lang="en-US" dirty="0"/>
              <a:t> Calculates a </a:t>
            </a:r>
            <a:r>
              <a:rPr lang="en-US" b="1" dirty="0"/>
              <a:t>resume score based on keywords, skills, and structure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Provides a </a:t>
            </a:r>
            <a:r>
              <a:rPr lang="en-US" b="1" dirty="0"/>
              <a:t>star rating system to evaluate overall resume quality</a:t>
            </a:r>
            <a:r>
              <a:rPr lang="en-US" dirty="0"/>
              <a:t>.</a:t>
            </a:r>
          </a:p>
          <a:p>
            <a:r>
              <a:rPr lang="en-US" b="1" dirty="0"/>
              <a:t>Suggestion &amp; Improvement Module</a:t>
            </a:r>
          </a:p>
          <a:p>
            <a:r>
              <a:rPr lang="en-US" dirty="0"/>
              <a:t>Generates </a:t>
            </a:r>
            <a:r>
              <a:rPr lang="en-US" b="1" dirty="0"/>
              <a:t>personalized suggestions to improve resume quality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Recommends adding </a:t>
            </a:r>
            <a:r>
              <a:rPr lang="en-US" b="1" dirty="0"/>
              <a:t>skills, projects, certifications, and experience</a:t>
            </a:r>
            <a:r>
              <a:rPr lang="en-US" dirty="0"/>
              <a:t> if missing.</a:t>
            </a:r>
          </a:p>
          <a:p>
            <a:r>
              <a:rPr lang="en-US" b="1" dirty="0"/>
              <a:t>Result Display Module</a:t>
            </a:r>
          </a:p>
          <a:p>
            <a:r>
              <a:rPr lang="en-US" dirty="0"/>
              <a:t>Displays </a:t>
            </a:r>
            <a:r>
              <a:rPr lang="en-US" b="1" dirty="0"/>
              <a:t>resume score, star rating, and improvement suggestions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Provides </a:t>
            </a:r>
            <a:r>
              <a:rPr lang="en-US" b="1" dirty="0"/>
              <a:t>clear feedback to help users enhance their resumes</a:t>
            </a:r>
            <a:r>
              <a:rPr lang="en-US" dirty="0"/>
              <a:t>.</a:t>
            </a:r>
          </a:p>
          <a:p>
            <a:r>
              <a:rPr lang="en-US" b="1" dirty="0"/>
              <a:t>Data Storage Module</a:t>
            </a:r>
          </a:p>
          <a:p>
            <a:r>
              <a:rPr lang="en-US" dirty="0"/>
              <a:t>Stores </a:t>
            </a:r>
            <a:r>
              <a:rPr lang="en-US" b="1" dirty="0"/>
              <a:t>user session data and analysis results using browser local storage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Ensures </a:t>
            </a:r>
            <a:r>
              <a:rPr lang="en-US" b="1" dirty="0"/>
              <a:t>quick and efficient access to resume evaluation results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09FD-125B-2F9A-6BDB-804E0BD1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2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745" y="1493134"/>
            <a:ext cx="10597055" cy="476052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develop an </a:t>
            </a:r>
            <a:r>
              <a:rPr lang="en-US" b="1" dirty="0"/>
              <a:t>AI-powered resume analysis system</a:t>
            </a:r>
            <a:r>
              <a:rPr lang="en-US" dirty="0"/>
              <a:t> that evaluates resumes automatically.</a:t>
            </a:r>
          </a:p>
          <a:p>
            <a:r>
              <a:rPr lang="en-US" dirty="0"/>
              <a:t>To enable users to </a:t>
            </a:r>
            <a:r>
              <a:rPr lang="en-US" b="1" dirty="0"/>
              <a:t>upload resumes in PDF or TXT format for automated analysis</a:t>
            </a:r>
            <a:r>
              <a:rPr lang="en-US" dirty="0"/>
              <a:t>.</a:t>
            </a:r>
          </a:p>
          <a:p>
            <a:r>
              <a:rPr lang="en-US" dirty="0"/>
              <a:t>To implement </a:t>
            </a:r>
            <a:r>
              <a:rPr lang="en-US" b="1" dirty="0"/>
              <a:t>resume text extraction using JavaScript and PDF.js</a:t>
            </a:r>
            <a:r>
              <a:rPr lang="en-US" dirty="0"/>
              <a:t> for processing resume content.</a:t>
            </a:r>
          </a:p>
          <a:p>
            <a:r>
              <a:rPr lang="en-US" dirty="0"/>
              <a:t>To analyze resumes based on </a:t>
            </a:r>
            <a:r>
              <a:rPr lang="en-US" b="1" dirty="0"/>
              <a:t>skills, projects, experience, certifications, and academic performance</a:t>
            </a:r>
            <a:r>
              <a:rPr lang="en-US" dirty="0"/>
              <a:t>.</a:t>
            </a:r>
          </a:p>
          <a:p>
            <a:r>
              <a:rPr lang="en-US" dirty="0"/>
              <a:t>To generate a </a:t>
            </a:r>
            <a:r>
              <a:rPr lang="en-US" b="1" dirty="0"/>
              <a:t>resume score and star rating</a:t>
            </a:r>
            <a:r>
              <a:rPr lang="en-US" dirty="0"/>
              <a:t> that reflects the overall quality of the resume.</a:t>
            </a:r>
          </a:p>
          <a:p>
            <a:r>
              <a:rPr lang="en-US" dirty="0"/>
              <a:t>To provide </a:t>
            </a:r>
            <a:r>
              <a:rPr lang="en-US" b="1" dirty="0"/>
              <a:t>intelligent suggestions to improve resume strength and job readiness</a:t>
            </a:r>
            <a:r>
              <a:rPr lang="en-US" dirty="0"/>
              <a:t>.</a:t>
            </a:r>
          </a:p>
          <a:p>
            <a:r>
              <a:rPr lang="en-US" dirty="0"/>
              <a:t>To design a </a:t>
            </a:r>
            <a:r>
              <a:rPr lang="en-US" b="1" dirty="0"/>
              <a:t>simple, responsive, and user-friendly web interface</a:t>
            </a:r>
            <a:r>
              <a:rPr lang="en-US" dirty="0"/>
              <a:t> using HTML, CSS, and JavaScript.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5C0F8-4462-DCD1-4D93-C2756FE2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9F974D-025D-2AA4-B86D-FC018C29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6C3FB-08A7-E142-6E5E-8E56413F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B304DF-33FC-0F12-5F35-E7DC4BBA6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8" y="0"/>
            <a:ext cx="1571844" cy="830317"/>
          </a:xfrm>
          <a:prstGeom prst="rect">
            <a:avLst/>
          </a:prstGeom>
        </p:spPr>
      </p:pic>
      <p:sp>
        <p:nvSpPr>
          <p:cNvPr id="9" name="AutoShape 2" descr="Generated image">
            <a:extLst>
              <a:ext uri="{FF2B5EF4-FFF2-40B4-BE49-F238E27FC236}">
                <a16:creationId xmlns:a16="http://schemas.microsoft.com/office/drawing/2014/main" id="{2B5AAF54-272A-0079-A3D1-355F62355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33B18E-A8BB-574D-D57A-F1390CF8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77" y="667406"/>
            <a:ext cx="11093395" cy="595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331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A245E-A71E-B824-F97E-8AD995AA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47F8E-C716-C591-1775-A26CE7B9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09" y="788277"/>
            <a:ext cx="10871639" cy="5568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51CA0-6AD5-B6E3-79D0-2580E7D1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4" y="60014"/>
            <a:ext cx="158137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59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502" y="1"/>
            <a:ext cx="8810297" cy="1690688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0A76A1-19A7-A0DE-73C5-93237CF0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2" y="4282488"/>
            <a:ext cx="3746938" cy="2575512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AD0B968-1819-3382-E6C3-AB9863EAC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434" y="1282263"/>
            <a:ext cx="3597166" cy="2681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13BAB1-5A2A-6603-9194-1E63C8962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834" y="1418897"/>
            <a:ext cx="7303174" cy="530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690FC-E90E-311C-D6AC-F40834E7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FAB8B-B427-9DC1-85FD-59AD3A98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B65BC-58A4-2726-F15D-1FA97BC4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CDAD5-BA0E-D3E1-EAC7-51DEB131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9" y="0"/>
            <a:ext cx="11358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4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AI Resume Analyzer</a:t>
            </a:r>
            <a:r>
              <a:rPr lang="en-US" sz="2400" dirty="0"/>
              <a:t> provides an efficient and user-friendly solution for analyzing resumes and evaluating their overall quality automatically.</a:t>
            </a:r>
          </a:p>
          <a:p>
            <a:r>
              <a:rPr lang="en-US" sz="2400" dirty="0"/>
              <a:t>The system allows users to </a:t>
            </a:r>
            <a:r>
              <a:rPr lang="en-US" sz="2400" b="1" dirty="0"/>
              <a:t>upload resumes in PDF or TXT format, extract resume content, and analyze important elements such as skills, projects, experience, and certifications.</a:t>
            </a:r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/>
              <a:t>AI Resume Analyzer</a:t>
            </a:r>
            <a:r>
              <a:rPr lang="en-US" sz="2400" dirty="0"/>
              <a:t> generates a </a:t>
            </a:r>
            <a:r>
              <a:rPr lang="en-US" sz="2400" b="1" dirty="0"/>
              <a:t>resume score and star rating</a:t>
            </a:r>
            <a:r>
              <a:rPr lang="en-US" sz="2400" dirty="0"/>
              <a:t>, helping users understand the strength of their resume.</a:t>
            </a:r>
          </a:p>
          <a:p>
            <a:r>
              <a:rPr lang="en-US" sz="2400" dirty="0"/>
              <a:t>The system also provides </a:t>
            </a:r>
            <a:r>
              <a:rPr lang="en-US" sz="2400" b="1" dirty="0"/>
              <a:t>personalized suggestions to improve resume quality</a:t>
            </a:r>
            <a:r>
              <a:rPr lang="en-US" sz="2400" dirty="0"/>
              <a:t>, enabling users to create more professional and impactful resumes.</a:t>
            </a:r>
          </a:p>
          <a:p>
            <a:r>
              <a:rPr lang="en-US" sz="2400" dirty="0"/>
              <a:t>Overall, the </a:t>
            </a:r>
            <a:r>
              <a:rPr lang="en-US" sz="2400" b="1" dirty="0"/>
              <a:t>AI Resume Analyzer simplifies resume evaluation and helps students and job seekers improve their chances of success in the recruitment process.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43426C-7909-EAA8-1F5E-8DEF56D0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4" y="2396360"/>
            <a:ext cx="5255172" cy="3552496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A8B11CF-814A-5215-B69E-A3156273F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11006" y="2396359"/>
            <a:ext cx="4742794" cy="355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767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Custom Design</vt:lpstr>
      <vt:lpstr>Title : Automated Resume Ranking and Suggestion System</vt:lpstr>
      <vt:lpstr>Abstract</vt:lpstr>
      <vt:lpstr>Existing System </vt:lpstr>
      <vt:lpstr>Proposed System</vt:lpstr>
      <vt:lpstr>System Architecture</vt:lpstr>
      <vt:lpstr>Project Modules</vt:lpstr>
      <vt:lpstr>PowerPoint Presentation</vt:lpstr>
      <vt:lpstr>Objectives</vt:lpstr>
      <vt:lpstr>PowerPoint Presentation</vt:lpstr>
      <vt:lpstr>PowerPoint Presentation</vt:lpstr>
      <vt:lpstr>Screenshots for FWD &amp; DSA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Karthik vanka</cp:lastModifiedBy>
  <cp:revision>52</cp:revision>
  <dcterms:created xsi:type="dcterms:W3CDTF">2022-05-20T10:20:31Z</dcterms:created>
  <dcterms:modified xsi:type="dcterms:W3CDTF">2026-03-09T17:29:35Z</dcterms:modified>
</cp:coreProperties>
</file>